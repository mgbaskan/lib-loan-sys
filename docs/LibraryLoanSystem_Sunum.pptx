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562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49808"/>
            <a:ext cx="39319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50976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Kütüphane Ödünç Sistemi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94944" y="18288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Framework 4.7.2 Windows Forms + SQL Server proje sunumu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2788920"/>
            <a:ext cx="35204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788920"/>
            <a:ext cx="73152" cy="16276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916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Kapsam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300984"/>
            <a:ext cx="3172968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Modüller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Mimari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modeli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 akışları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Riskler ve öneriler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526280" y="2788920"/>
            <a:ext cx="35204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788920"/>
            <a:ext cx="73152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916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Teknoloji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4024" y="3300984"/>
            <a:ext cx="3172968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Framework 4.7.2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Microsoft.Data.SqlClient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339328" y="2788920"/>
            <a:ext cx="31546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2788920"/>
            <a:ext cx="73152" cy="16276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29169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77072" y="3300984"/>
            <a:ext cx="2807208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MSBuild başarılı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hata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uyarı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27.04.2026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94944" y="4758047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tr-TR" sz="1200" b="1" dirty="0">
                <a:solidFill>
                  <a:srgbClr val="CBD5E1"/>
                </a:solidFill>
                <a:latin typeface="Segoe UI" pitchFamily="34" charset="0"/>
                <a:cs typeface="Segoe UI" pitchFamily="34" charset="-120"/>
              </a:rPr>
              <a:t>Hazırlayan: Muharrem Enes Sönmez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FAF3389-54DF-7431-63E0-EFF170CB61B2}"/>
              </a:ext>
            </a:extLst>
          </p:cNvPr>
          <p:cNvSpPr/>
          <p:nvPr/>
        </p:nvSpPr>
        <p:spPr>
          <a:xfrm>
            <a:off x="694944" y="5065895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tr-TR" sz="1200" b="1" dirty="0">
                <a:solidFill>
                  <a:srgbClr val="CBD5E1"/>
                </a:solidFill>
                <a:latin typeface="Segoe UI" pitchFamily="34" charset="0"/>
                <a:cs typeface="Segoe UI" pitchFamily="34" charset="-120"/>
              </a:rPr>
              <a:t>Bölüm: Teknik Bilimler Meslek Yüksekokulu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Projenin Amacı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Kütüphane içindeki kitap, üye, yazar, kategori, ödünç ve iade süreçlerini tek masaüstü uygulamasında toplar.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Görev odaklı ekranlar kullanır: her temel varlık veya işlem için ayrı form bulunur.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işlemleri doğrudan SQL Server veritabanına yazılır ve listeler anlık yenilenir.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Eğitim projesi için anlaşılır, küçük ekip/tek kullanıcı senaryosuna uygun bir yapıdadır.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mesaj: Basit WinForms arayüzüyle gerçek kütüphane operasyonlarını uçtan uca yönetir.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Teknoloji ve Çalışma Ortamı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87552"/>
            <a:ext cx="73152" cy="452628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Kullanılan Teknolojiler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ve .NET Framework 4.7.2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 masaüstü arayüzü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/ SQLEXPRESS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Microsoft.Data.SqlClient 6.1.4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NuGet paketleri packages.config ile yönetiliyor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987552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Doğrulanan Durum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2022 MSBuild ile build başarılı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 çıktısı: LibraryLoanSystem.exe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Derleme sonucu: 0 hata, 0 uyarı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dotnet CLI bu eski WinForms tipinde GenerateResource uyumsuzluğu verebiliyor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Çalıştırma için SQL Server ve KutuphaneDB gerekli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Proje Klasör Yapısı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Program.cs: uygulama giriş noktası, MainForm ile başlatır.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Forms/: tüm ekranlar ve UI yardımcı sınıfları burada.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DataAccess/: Database bağlantı dizesi ve DbHelper SQL yardımcıları.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Properties/: assembly, resources ve settings dosyaları.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images/marun_logo.png: ana ekranda kullanılmak üzere projeye content olarak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eklenmiş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logo</a:t>
            </a:r>
            <a:r>
              <a:rPr lang="tr-TR" sz="240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Mimari Genel Bakış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9264" y="14813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642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 UI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MainForm + modül formları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43984" y="14813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642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DbHelper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GetDataTable / Execute...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18704" y="148132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6642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KutuphaneDB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95344" y="1837944"/>
            <a:ext cx="438912" cy="29260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70064" y="1837944"/>
            <a:ext cx="438912" cy="29260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2921508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2921508"/>
            <a:ext cx="73152" cy="2423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0495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Yatay Yardımcılar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3433572"/>
            <a:ext cx="3035808" cy="1819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ControlStyler ve Theme merkezi görünüm sağlar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InputValidationHelper girişleri sınırlar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DesignTimeHelper tasarım zamanı DB çağrılarını engeller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5112" y="2921508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5112" y="2921508"/>
            <a:ext cx="73152" cy="2423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30495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Mimari Karar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62856" y="3433572"/>
            <a:ext cx="3035808" cy="1819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Formlar iş kurallarını ve SQL çağrılarını birlikte taşır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Ayrı service/repository katmanı bulunmaz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Küçük eğitim projesi için basit; büyümede bakım maliyeti artar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2921508"/>
            <a:ext cx="3383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921508"/>
            <a:ext cx="73152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0495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Çalışma Modeli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84464" y="3433572"/>
            <a:ext cx="3035808" cy="1819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formdan işlem başlatır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Parametreli SQL ile DB işlemi çalışır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DataGridView yeniden yüklenir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Veritabanı Modeli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1554128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554128"/>
            <a:ext cx="73152" cy="141732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82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" y="2066192"/>
            <a:ext cx="1801368" cy="8138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474720" y="1554128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54128"/>
            <a:ext cx="73152" cy="141732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682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12464" y="2066192"/>
            <a:ext cx="1801368" cy="8138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852160" y="1554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554128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821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9904" y="2066192"/>
            <a:ext cx="2167128" cy="8138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AuthorId FK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CategoryId FK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8732520" y="1554128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1554128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682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70264" y="2066192"/>
            <a:ext cx="1984248" cy="8138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FullName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846320" y="35932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593240"/>
            <a:ext cx="73152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7212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84064" y="4105304"/>
            <a:ext cx="3081528" cy="9966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LoanId PK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BookId FK, MemberId FK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LoanDate, ReturnDate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IsReturned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3218688" y="2175920"/>
            <a:ext cx="27432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96128" y="2175920"/>
            <a:ext cx="27432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2175920"/>
            <a:ext cx="27432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081176"/>
            <a:ext cx="411480" cy="402336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MainForm ve Navigasyon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Program.Main içinde EnableVisualStyles çalışır ve uygulama MainForm ile açılır.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MainForm, logo yükleme ve ana modül butonlarını yönetir.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buton ilgili formu ShowDialog ile modal olarak açar.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Açılan modüller: Kitaplar, Üyeler, Yazarlar, Kategoriler, Ödünç Ver, Aktif Ödünçler, Teslim Al.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 farklı çalışma yollarında aranır; dosya bulunamazsa uygulama çökmez, görsel boş bırakılır.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Katalog Yönetimi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87552"/>
            <a:ext cx="73152" cy="452628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Yazar ve Kategori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AuthorsForm ve CategoriesForm CRUD işlemleri yapar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alanı boş bırakılamaz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Silme öncesi bağlı kitap var mı kontrol edilir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Veriler DataGridView ile listelenir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Güncelleme için satır seçimi kullanılır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987552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Kitap Yönetimi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BooksForm kitap başlığı, yazar, kategori ve stok bilgisini yönetir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Yazar/kategori ComboBox listeleri veritabanından yüklenir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sadece sayı ve 0+ değer olabilir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ödünçteki kitap silinemez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join sorgusuyla yazar ve kategori adlarını gösterir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Katalog tarafı kitapların tanımlanması ve stok takibi üzerine kurulu.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Üye Yönetimi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MembersForm; MemberId, FullName ve Phone alanlarını yönetir.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FullName zorunlu, Phone isteğe bağlı ama format kontrolünden geçmeli.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 alanı için tekrar kontrolü var: aynı telefon farklı üyede kullanılamaz.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Satır seçildiğinde Ekle pasif, Güncelle/Sil aktif hale getirilir; yanlışlıkla kopya ekleme riski azaltılır.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 kaydı bulunan üye silinemez.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Üye ekranı hem veri doğrulama hem de işlem durumu yönetimi içeriyor.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Ödünç Verme Akışı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Kitap ve üye seçilir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249424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kontrol edilir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700016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02352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39512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kaydı açılır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50608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52944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90104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1 azaltılır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601200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03536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13264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40696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yenilenir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2960" y="29718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971800"/>
            <a:ext cx="73152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099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 Kuralları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0704" y="3483864"/>
            <a:ext cx="4818888" cy="1453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Sadece Stock &gt; 0 olan kitaplar listelenir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Varsayılan iade tarihi ödünç tarihinden 14 gün sonradır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ReturnDate, LoanDate öncesine alınamaz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25 ödünç kaydı ekranda gösterilir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263640" y="29718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971800"/>
            <a:ext cx="73152" cy="2057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099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Teknik Nokta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01384" y="3483864"/>
            <a:ext cx="4818888" cy="1453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Loans ve UPDATE Books aynı SQL komutunda çalıştırılır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Parametreli SQL kullanılır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Ayrı transaction yok; üretimde eklenmesi gerekir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açılırken gecikmiş kayıtları işleyen ProcessOverdueReturns çağrılır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İade ve Aktif Ödünç Akışı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1836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1564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8996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 seçilir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260092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2428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2156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99588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BookId bulunur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710684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3020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2748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0180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kapatılır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61276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63612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3340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00772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1 artırılır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611868" y="1773936"/>
            <a:ext cx="402336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4204" y="1353312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23932" y="14813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8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51364" y="18105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yenilenir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2960" y="29718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971800"/>
            <a:ext cx="73152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099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ReturnsForm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0704" y="3483864"/>
            <a:ext cx="4818888" cy="1453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Sadece IsReturned = 0 kayıtlar listelenir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ComboBox veya grid satırıyla aktif ödünç seçer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ReturnDate bugünün tarihiyle güncellenir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İade sonrası kitap stoğu artırılır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263640" y="297180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971800"/>
            <a:ext cx="73152" cy="2057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0998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ActiveLoansForm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01384" y="3483864"/>
            <a:ext cx="4818888" cy="1453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ödünçleri rapor gibi gösterir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Kitap, yazar, kategori, üye ve LoanDate bilgilerini join ile listeler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İşlem yapmaz; izleme ekranıdır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Operasyon öncesi kontrol için demo sırasında kullanılabilir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UI, Tema ve Validasyon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87552"/>
            <a:ext cx="73152" cy="452628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Deneyimi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ControlStyler buton, label, textbox, combobox ve grid stillerini merkezi uygular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 sınıfı renk ve font değerlerini tek yerde tutar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DataGridView stilleri tutarlı hale getirilir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DesignTimeHelper, Visual Studio Designer içinde runtime DB çağrılarını atlamaya yardım eder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987552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Validasyon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InputValidationHelper numeric, text ve phone girişlerini sınırlar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Trim işlemleri Validating olayında yapılır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 için regex format kontrolü bulunur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BaseForm ErrorProvider altyapısı sağlıyor; bazı formlar MessageBox ile doğrulama yapıyor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Tutarlılık için tüm formların BaseForm kullanması daha doğru olur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Yardımcı sınıflar tekrar eden UI ve giriş kontrolü kodunu azaltıyor.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Güvenlik ve Veri Bütünlüğü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 riskini azaltmak için tüm kritik sorgularda SqlParameter kullanılmış.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Aktif ödünç ilişkisi olan kitap ve üye silinmiyor; veri tutarlılığı korunuyor.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Yazar/kategori silmede bağlı kitap kontrolü var.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sıfırsa ödünç verme engelleniyor; negatif stok riski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azaltılmış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Parametreli SQL </a:t>
            </a:r>
            <a:r>
              <a:rPr lang="tr-TR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string ve transaction </a:t>
            </a:r>
            <a:r>
              <a:rPr lang="en-US" sz="1000" b="1" dirty="0" err="1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konusu</a:t>
            </a:r>
            <a:r>
              <a:rPr lang="tr-TR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projenin güçlü tarafları.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Kod Kalitesi Değerlendirmesi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Güçlü: Proje küçük ve okunabilir; her modülün form dosyası ayrı.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Güçlü: DbHelper bağlantıları using bloklarıyla kapatıyor.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Güçlü: Tasarım zamanı kontrolleri designer deneyimini korumaya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çalışıyor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5650992"/>
            <a:ext cx="10927080" cy="347472"/>
          </a:xfrm>
          <a:prstGeom prst="roundRect">
            <a:avLst>
              <a:gd name="adj" fmla="val 21053"/>
            </a:avLst>
          </a:prstGeom>
          <a:solidFill>
            <a:srgbClr val="EAF6FC"/>
          </a:solidFill>
          <a:ln w="12700">
            <a:solidFill>
              <a:srgbClr val="B8DF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7332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4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Mevcut yapı eğitim ölçeği için yeterli; büyüme için katman ayrımı gerekir.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Derleme ve Dağıtım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87552"/>
            <a:ext cx="73152" cy="4526280"/>
          </a:xfrm>
          <a:prstGeom prst="rect">
            <a:avLst/>
          </a:prstGeom>
          <a:solidFill>
            <a:srgbClr val="2088CB"/>
          </a:solidFill>
          <a:ln w="12700">
            <a:solidFill>
              <a:srgbClr val="208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Sonucu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Komut: Visual Studio MSBuild.exe LibraryLoanSystem.sln /t:Build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Sonuç: Oluşturma başarılı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uyarı, 0 hata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Çıktı: LibraryLoanSystem/bin/Debug/LibraryLoanSystem.exe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NuGet paketleri packages klasöründen referanslanıyor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98755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987552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115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Çalıştırma Ön Koşulları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499616"/>
            <a:ext cx="4910328" cy="3922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Framework 4.7.2 runtime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veya SQLEXPRESS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KutuphaneDB veritabanı ve tabloları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Database.cs içindeki server adının hedef makineye göre güncellenmesi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images/marun_logo.png çıktıya kopyalanmalı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Demo Senaryosu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987552"/>
            <a:ext cx="1092708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Uygulamayı aç: MainForm ve modül butonlarını göster.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Yazar ve kategori ekle: Kitap için ön veri gerektiğini anlat.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Üye ekle: telefon validasyonu ve benzersizliği vurgula.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Kitap ekle: yazar/kategori seçimi ve stok değerini göster.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Ödünç ver: stok azalmasını ve son ödünçler listesini göster.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Aktif ödünçler ve teslim al ekranlarıyla kaydın kapanmasını göster.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09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tr-TR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Kapanış ve Soru-Cevap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7764" y="1018149"/>
            <a:ext cx="11365992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Proje, kütüphane ödünç sürecinin temel operasyonlarını çalışan bir WinForms uygulamasına dönüştürüyor.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teknik değer: parametreli SQL, stok takibi, aktif ödünç kontrolü ve modüler ekran yapısı.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Derleme Visual Studio MSBuild ile başarılı doğrulandı.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önemli geliştirme başlıkları: DB kurulum scripti, transaction kullanımı, connection string konfigürasyonu ve katman </a:t>
            </a:r>
            <a:r>
              <a:rPr lang="en-US" sz="2400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ayrımı</a:t>
            </a:r>
            <a:r>
              <a:rPr lang="en-US" sz="2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245352"/>
            <a:ext cx="112471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1280</Words>
  <Application>Microsoft Office PowerPoint</Application>
  <PresentationFormat>Geniş ekran</PresentationFormat>
  <Paragraphs>237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0" baseType="lpstr">
      <vt:lpstr>Arial</vt:lpstr>
      <vt:lpstr>Segoe UI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LibraryLoanSystem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Kutuphane Odunc Sistemi Proje Sunumu</dc:title>
  <dc:subject>LibraryLoanSystem proje analizi</dc:subject>
  <dc:creator>Codex</dc:creator>
  <cp:lastModifiedBy>Muharrem Enes Sönmez</cp:lastModifiedBy>
  <cp:revision>6</cp:revision>
  <dcterms:created xsi:type="dcterms:W3CDTF">2026-04-27T11:33:22Z</dcterms:created>
  <dcterms:modified xsi:type="dcterms:W3CDTF">2026-04-30T20:57:13Z</dcterms:modified>
</cp:coreProperties>
</file>